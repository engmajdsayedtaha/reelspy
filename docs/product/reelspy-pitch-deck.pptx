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ReelSpy pitch deck.
Render to PDF/PPTX/HTML with Marp:
  npx @marp-team/marp-cli docs/product/03-pitch-deck.md -o reelspy.pdf
  npx @marp-team/marp-cli docs/product/03-pitch-deck.md -o reelspy.pptx
  npx @marp-team/marp-cli docs/product/03-pitch-deck.md -o reelspy.html
Or open in VS Code with the "Marp for VS Code" extension and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🎬 ReelSpy</dc:title>
  <dc:subject>PptxGenJS Presentation</dc:subject>
  <dc:creator>Created by Marp</dc:creator>
  <cp:lastModifiedBy>Created by Marp</cp:lastModifiedBy>
  <cp:revision>1</cp:revision>
  <dcterms:created xsi:type="dcterms:W3CDTF">2026-07-16T09:56:30Z</dcterms:created>
  <dcterms:modified xsi:type="dcterms:W3CDTF">2026-07-16T09:56:30Z</dcterms:modified>
</cp:coreProperties>
</file>